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058400" cy="4114800"/>
  <p:notesSz cx="41148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7EC0B-CBFD-4EAD-8649-AFA7189CD03D}" v="4" dt="2026-10-12T19:55:47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1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Hu" userId="c7205473c9579449" providerId="LiveId" clId="{6EC050DC-0626-463A-A6FF-5EFA031665F8}"/>
    <pc:docChg chg="undo custSel modSld sldOrd">
      <pc:chgData name="Emily Hu" userId="c7205473c9579449" providerId="LiveId" clId="{6EC050DC-0626-463A-A6FF-5EFA031665F8}" dt="2026-10-12T19:56:06.585" v="102" actId="20577"/>
      <pc:docMkLst>
        <pc:docMk/>
      </pc:docMkLst>
      <pc:sldChg chg="addSp delSp modSp mod ord">
        <pc:chgData name="Emily Hu" userId="c7205473c9579449" providerId="LiveId" clId="{6EC050DC-0626-463A-A6FF-5EFA031665F8}" dt="2026-10-12T19:56:06.585" v="102" actId="20577"/>
        <pc:sldMkLst>
          <pc:docMk/>
          <pc:sldMk cId="0" sldId="256"/>
        </pc:sldMkLst>
        <pc:spChg chg="add del mod">
          <ac:chgData name="Emily Hu" userId="c7205473c9579449" providerId="LiveId" clId="{6EC050DC-0626-463A-A6FF-5EFA031665F8}" dt="2026-10-11T05:32:50.782" v="12" actId="22"/>
          <ac:spMkLst>
            <pc:docMk/>
            <pc:sldMk cId="0" sldId="256"/>
            <ac:spMk id="4" creationId="{CC7F9746-5206-453C-0342-BCE80B7FDE97}"/>
          </ac:spMkLst>
        </pc:spChg>
        <pc:spChg chg="add del">
          <ac:chgData name="Emily Hu" userId="c7205473c9579449" providerId="LiveId" clId="{6EC050DC-0626-463A-A6FF-5EFA031665F8}" dt="2026-10-11T05:32:32.516" v="8" actId="22"/>
          <ac:spMkLst>
            <pc:docMk/>
            <pc:sldMk cId="0" sldId="256"/>
            <ac:spMk id="6" creationId="{4D8C3624-D00E-343E-01B7-9DACE4A39E9B}"/>
          </ac:spMkLst>
        </pc:spChg>
        <pc:spChg chg="add del">
          <ac:chgData name="Emily Hu" userId="c7205473c9579449" providerId="LiveId" clId="{6EC050DC-0626-463A-A6FF-5EFA031665F8}" dt="2026-10-11T05:32:32.516" v="8" actId="22"/>
          <ac:spMkLst>
            <pc:docMk/>
            <pc:sldMk cId="0" sldId="256"/>
            <ac:spMk id="8" creationId="{231E6539-D462-B9E7-F3F6-46FF04448646}"/>
          </ac:spMkLst>
        </pc:spChg>
        <pc:spChg chg="add del">
          <ac:chgData name="Emily Hu" userId="c7205473c9579449" providerId="LiveId" clId="{6EC050DC-0626-463A-A6FF-5EFA031665F8}" dt="2026-10-11T05:32:32.516" v="8" actId="22"/>
          <ac:spMkLst>
            <pc:docMk/>
            <pc:sldMk cId="0" sldId="256"/>
            <ac:spMk id="10" creationId="{609B5186-D215-E6DC-B82F-A96861BB611F}"/>
          </ac:spMkLst>
        </pc:spChg>
        <pc:spChg chg="mod">
          <ac:chgData name="Emily Hu" userId="c7205473c9579449" providerId="LiveId" clId="{6EC050DC-0626-463A-A6FF-5EFA031665F8}" dt="2026-10-11T05:36:35.243" v="29" actId="20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Emily Hu" userId="c7205473c9579449" providerId="LiveId" clId="{6EC050DC-0626-463A-A6FF-5EFA031665F8}" dt="2026-10-11T05:36:35.243" v="29" actId="20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Emily Hu" userId="c7205473c9579449" providerId="LiveId" clId="{6EC050DC-0626-463A-A6FF-5EFA031665F8}" dt="2026-10-11T05:36:35.243" v="29" actId="207"/>
          <ac:spMkLst>
            <pc:docMk/>
            <pc:sldMk cId="0" sldId="256"/>
            <ac:spMk id="27" creationId="{00000000-0000-0000-0000-000000000000}"/>
          </ac:spMkLst>
        </pc:spChg>
        <pc:spChg chg="mod">
          <ac:chgData name="Emily Hu" userId="c7205473c9579449" providerId="LiveId" clId="{6EC050DC-0626-463A-A6FF-5EFA031665F8}" dt="2026-10-11T05:36:35.243" v="29" actId="207"/>
          <ac:spMkLst>
            <pc:docMk/>
            <pc:sldMk cId="0" sldId="256"/>
            <ac:spMk id="51" creationId="{00000000-0000-0000-0000-000000000000}"/>
          </ac:spMkLst>
        </pc:spChg>
        <pc:spChg chg="mod">
          <ac:chgData name="Emily Hu" userId="c7205473c9579449" providerId="LiveId" clId="{6EC050DC-0626-463A-A6FF-5EFA031665F8}" dt="2026-10-11T05:36:35.243" v="29" actId="20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Emily Hu" userId="c7205473c9579449" providerId="LiveId" clId="{6EC050DC-0626-463A-A6FF-5EFA031665F8}" dt="2026-10-11T05:36:35.243" v="29" actId="207"/>
          <ac:spMkLst>
            <pc:docMk/>
            <pc:sldMk cId="0" sldId="256"/>
            <ac:spMk id="58" creationId="{00000000-0000-0000-0000-000000000000}"/>
          </ac:spMkLst>
        </pc:spChg>
        <pc:spChg chg="mod">
          <ac:chgData name="Emily Hu" userId="c7205473c9579449" providerId="LiveId" clId="{6EC050DC-0626-463A-A6FF-5EFA031665F8}" dt="2026-10-12T19:43:55.044" v="61" actId="20577"/>
          <ac:spMkLst>
            <pc:docMk/>
            <pc:sldMk cId="0" sldId="256"/>
            <ac:spMk id="60" creationId="{00000000-0000-0000-0000-000000000000}"/>
          </ac:spMkLst>
        </pc:spChg>
        <pc:spChg chg="mod">
          <ac:chgData name="Emily Hu" userId="c7205473c9579449" providerId="LiveId" clId="{6EC050DC-0626-463A-A6FF-5EFA031665F8}" dt="2026-10-11T05:36:35.243" v="29" actId="207"/>
          <ac:spMkLst>
            <pc:docMk/>
            <pc:sldMk cId="0" sldId="256"/>
            <ac:spMk id="61" creationId="{00000000-0000-0000-0000-000000000000}"/>
          </ac:spMkLst>
        </pc:spChg>
        <pc:spChg chg="add del">
          <ac:chgData name="Emily Hu" userId="c7205473c9579449" providerId="LiveId" clId="{6EC050DC-0626-463A-A6FF-5EFA031665F8}" dt="2026-10-11T05:32:32.516" v="8" actId="22"/>
          <ac:spMkLst>
            <pc:docMk/>
            <pc:sldMk cId="0" sldId="256"/>
            <ac:spMk id="64" creationId="{C9D86C1F-B432-A07C-DFDE-2A989778D59D}"/>
          </ac:spMkLst>
        </pc:spChg>
        <pc:spChg chg="mod">
          <ac:chgData name="Emily Hu" userId="c7205473c9579449" providerId="LiveId" clId="{6EC050DC-0626-463A-A6FF-5EFA031665F8}" dt="2026-10-12T19:45:35.530" v="74" actId="20577"/>
          <ac:spMkLst>
            <pc:docMk/>
            <pc:sldMk cId="0" sldId="256"/>
            <ac:spMk id="70" creationId="{00000000-0000-0000-0000-000000000000}"/>
          </ac:spMkLst>
        </pc:spChg>
        <pc:spChg chg="mod">
          <ac:chgData name="Emily Hu" userId="c7205473c9579449" providerId="LiveId" clId="{6EC050DC-0626-463A-A6FF-5EFA031665F8}" dt="2026-10-11T05:33:35.018" v="17" actId="1076"/>
          <ac:spMkLst>
            <pc:docMk/>
            <pc:sldMk cId="0" sldId="256"/>
            <ac:spMk id="71" creationId="{00000000-0000-0000-0000-000000000000}"/>
          </ac:spMkLst>
        </pc:spChg>
        <pc:spChg chg="mod">
          <ac:chgData name="Emily Hu" userId="c7205473c9579449" providerId="LiveId" clId="{6EC050DC-0626-463A-A6FF-5EFA031665F8}" dt="2026-10-11T05:36:35.243" v="29" actId="207"/>
          <ac:spMkLst>
            <pc:docMk/>
            <pc:sldMk cId="0" sldId="256"/>
            <ac:spMk id="72" creationId="{00000000-0000-0000-0000-000000000000}"/>
          </ac:spMkLst>
        </pc:spChg>
        <pc:spChg chg="mod">
          <ac:chgData name="Emily Hu" userId="c7205473c9579449" providerId="LiveId" clId="{6EC050DC-0626-463A-A6FF-5EFA031665F8}" dt="2026-10-11T05:33:50.288" v="18" actId="1076"/>
          <ac:spMkLst>
            <pc:docMk/>
            <pc:sldMk cId="0" sldId="256"/>
            <ac:spMk id="74" creationId="{00000000-0000-0000-0000-000000000000}"/>
          </ac:spMkLst>
        </pc:spChg>
        <pc:spChg chg="mod">
          <ac:chgData name="Emily Hu" userId="c7205473c9579449" providerId="LiveId" clId="{6EC050DC-0626-463A-A6FF-5EFA031665F8}" dt="2026-10-11T05:33:50.288" v="18" actId="1076"/>
          <ac:spMkLst>
            <pc:docMk/>
            <pc:sldMk cId="0" sldId="256"/>
            <ac:spMk id="75" creationId="{00000000-0000-0000-0000-000000000000}"/>
          </ac:spMkLst>
        </pc:spChg>
        <pc:spChg chg="mod">
          <ac:chgData name="Emily Hu" userId="c7205473c9579449" providerId="LiveId" clId="{6EC050DC-0626-463A-A6FF-5EFA031665F8}" dt="2026-10-11T05:35:46.529" v="28" actId="313"/>
          <ac:spMkLst>
            <pc:docMk/>
            <pc:sldMk cId="0" sldId="256"/>
            <ac:spMk id="77" creationId="{00000000-0000-0000-0000-000000000000}"/>
          </ac:spMkLst>
        </pc:spChg>
        <pc:spChg chg="add del">
          <ac:chgData name="Emily Hu" userId="c7205473c9579449" providerId="LiveId" clId="{6EC050DC-0626-463A-A6FF-5EFA031665F8}" dt="2026-10-11T05:32:32.516" v="8" actId="22"/>
          <ac:spMkLst>
            <pc:docMk/>
            <pc:sldMk cId="0" sldId="256"/>
            <ac:spMk id="78" creationId="{E0765323-5FEF-E101-CEAE-DFCBB2B8DB8F}"/>
          </ac:spMkLst>
        </pc:spChg>
        <pc:spChg chg="mod">
          <ac:chgData name="Emily Hu" userId="c7205473c9579449" providerId="LiveId" clId="{6EC050DC-0626-463A-A6FF-5EFA031665F8}" dt="2026-10-11T05:36:40.587" v="30" actId="207"/>
          <ac:spMkLst>
            <pc:docMk/>
            <pc:sldMk cId="0" sldId="256"/>
            <ac:spMk id="79" creationId="{00000000-0000-0000-0000-000000000000}"/>
          </ac:spMkLst>
        </pc:spChg>
        <pc:spChg chg="add del">
          <ac:chgData name="Emily Hu" userId="c7205473c9579449" providerId="LiveId" clId="{6EC050DC-0626-463A-A6FF-5EFA031665F8}" dt="2026-10-11T05:32:32.516" v="8" actId="22"/>
          <ac:spMkLst>
            <pc:docMk/>
            <pc:sldMk cId="0" sldId="256"/>
            <ac:spMk id="81" creationId="{9FD979E4-C576-B41B-17F0-D352B035FD01}"/>
          </ac:spMkLst>
        </pc:spChg>
        <pc:spChg chg="add del">
          <ac:chgData name="Emily Hu" userId="c7205473c9579449" providerId="LiveId" clId="{6EC050DC-0626-463A-A6FF-5EFA031665F8}" dt="2026-10-11T05:32:32.516" v="8" actId="22"/>
          <ac:spMkLst>
            <pc:docMk/>
            <pc:sldMk cId="0" sldId="256"/>
            <ac:spMk id="83" creationId="{6778A288-0397-E780-B293-E051497735E3}"/>
          </ac:spMkLst>
        </pc:spChg>
        <pc:spChg chg="add del">
          <ac:chgData name="Emily Hu" userId="c7205473c9579449" providerId="LiveId" clId="{6EC050DC-0626-463A-A6FF-5EFA031665F8}" dt="2026-10-11T05:32:32.516" v="8" actId="22"/>
          <ac:spMkLst>
            <pc:docMk/>
            <pc:sldMk cId="0" sldId="256"/>
            <ac:spMk id="85" creationId="{4C895AE8-A669-6AD4-B5F6-37F6C8FE5FC8}"/>
          </ac:spMkLst>
        </pc:spChg>
        <pc:spChg chg="add del">
          <ac:chgData name="Emily Hu" userId="c7205473c9579449" providerId="LiveId" clId="{6EC050DC-0626-463A-A6FF-5EFA031665F8}" dt="2026-10-11T05:32:32.516" v="8" actId="22"/>
          <ac:spMkLst>
            <pc:docMk/>
            <pc:sldMk cId="0" sldId="256"/>
            <ac:spMk id="87" creationId="{24B6FAA4-D3A2-E5D7-FB97-614EFB12A8AD}"/>
          </ac:spMkLst>
        </pc:spChg>
        <pc:spChg chg="add del">
          <ac:chgData name="Emily Hu" userId="c7205473c9579449" providerId="LiveId" clId="{6EC050DC-0626-463A-A6FF-5EFA031665F8}" dt="2026-10-11T05:32:32.516" v="8" actId="22"/>
          <ac:spMkLst>
            <pc:docMk/>
            <pc:sldMk cId="0" sldId="256"/>
            <ac:spMk id="90" creationId="{B032EF67-7013-FC37-96FD-9432F5C82B28}"/>
          </ac:spMkLst>
        </pc:spChg>
        <pc:spChg chg="add mod">
          <ac:chgData name="Emily Hu" userId="c7205473c9579449" providerId="LiveId" clId="{6EC050DC-0626-463A-A6FF-5EFA031665F8}" dt="2026-10-11T05:36:35.243" v="29" actId="207"/>
          <ac:spMkLst>
            <pc:docMk/>
            <pc:sldMk cId="0" sldId="256"/>
            <ac:spMk id="93" creationId="{23EADA0A-265D-B08D-258F-49F837DFF8D0}"/>
          </ac:spMkLst>
        </pc:spChg>
        <pc:spChg chg="add mod">
          <ac:chgData name="Emily Hu" userId="c7205473c9579449" providerId="LiveId" clId="{6EC050DC-0626-463A-A6FF-5EFA031665F8}" dt="2026-10-11T05:36:40.587" v="30" actId="207"/>
          <ac:spMkLst>
            <pc:docMk/>
            <pc:sldMk cId="0" sldId="256"/>
            <ac:spMk id="96" creationId="{C756426E-F2C3-DEF9-180D-D6E75DEEE3C7}"/>
          </ac:spMkLst>
        </pc:spChg>
        <pc:spChg chg="mod">
          <ac:chgData name="Emily Hu" userId="c7205473c9579449" providerId="LiveId" clId="{6EC050DC-0626-463A-A6FF-5EFA031665F8}" dt="2026-10-11T05:33:50.288" v="18" actId="1076"/>
          <ac:spMkLst>
            <pc:docMk/>
            <pc:sldMk cId="0" sldId="256"/>
            <ac:spMk id="102" creationId="{FFBAA61C-D237-EFF1-53BA-AE6389B0E204}"/>
          </ac:spMkLst>
        </pc:spChg>
        <pc:spChg chg="mod">
          <ac:chgData name="Emily Hu" userId="c7205473c9579449" providerId="LiveId" clId="{6EC050DC-0626-463A-A6FF-5EFA031665F8}" dt="2026-10-11T05:38:47.707" v="36" actId="20577"/>
          <ac:spMkLst>
            <pc:docMk/>
            <pc:sldMk cId="0" sldId="256"/>
            <ac:spMk id="104" creationId="{15ACB772-B2D1-2D0C-9EC1-6B44F14D3667}"/>
          </ac:spMkLst>
        </pc:spChg>
        <pc:spChg chg="mod">
          <ac:chgData name="Emily Hu" userId="c7205473c9579449" providerId="LiveId" clId="{6EC050DC-0626-463A-A6FF-5EFA031665F8}" dt="2026-10-12T19:56:06.585" v="102" actId="20577"/>
          <ac:spMkLst>
            <pc:docMk/>
            <pc:sldMk cId="0" sldId="256"/>
            <ac:spMk id="20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51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7160" y="137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1600200" y="1600200"/>
            <a:ext cx="228600" cy="914"/>
          </a:xfrm>
          <a:prstGeom prst="line">
            <a:avLst/>
          </a:prstGeom>
          <a:noFill/>
          <a:ln w="22225">
            <a:solidFill>
              <a:srgbClr val="4A5560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6"/>
          <p:cNvSpPr txBox="1"/>
          <p:nvPr/>
        </p:nvSpPr>
        <p:spPr>
          <a:xfrm>
            <a:off x="1783080" y="137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1920240" y="1097280"/>
            <a:ext cx="1005840" cy="1005840"/>
          </a:xfrm>
          <a:prstGeom prst="rect">
            <a:avLst/>
          </a:prstGeom>
          <a:ln w="12700">
            <a:solidFill>
              <a:srgbClr val="4A5560"/>
            </a:solidFill>
            <a:prstDash val="dash"/>
          </a:ln>
        </p:spPr>
        <p:txBody>
          <a:bodyPr lIns="0" tIns="0" rIns="0" bIns="0" anchor="ctr"/>
          <a:lstStyle/>
          <a:p>
            <a:pPr lvl="0" algn="ctr" eaLnBrk="0">
              <a:defRPr/>
            </a:pPr>
            <a:r>
              <a:rPr lang="en-CA" sz="1200" dirty="0"/>
              <a:t>Resized &amp; Padded Phytoplankton Images</a:t>
            </a:r>
          </a:p>
        </p:txBody>
      </p:sp>
      <p:sp>
        <p:nvSpPr>
          <p:cNvPr id="15" name="Text 8"/>
          <p:cNvSpPr txBox="1"/>
          <p:nvPr/>
        </p:nvSpPr>
        <p:spPr>
          <a:xfrm>
            <a:off x="1783080" y="2194560"/>
            <a:ext cx="1280160" cy="35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+ augmentation (training only)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3154680" y="137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Learning: ResNet-18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3154680" y="530352"/>
            <a:ext cx="3108960" cy="2266287"/>
          </a:xfrm>
          <a:prstGeom prst="rect">
            <a:avLst/>
          </a:prstGeom>
          <a:solidFill>
            <a:srgbClr val="DDEFEA"/>
          </a:solidFill>
          <a:ln w="12700">
            <a:solidFill>
              <a:srgbClr val="9CC9B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45"/>
          <p:cNvSpPr txBox="1"/>
          <p:nvPr/>
        </p:nvSpPr>
        <p:spPr>
          <a:xfrm>
            <a:off x="6400800" y="1371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53" name="Shape 46"/>
          <p:cNvSpPr/>
          <p:nvPr/>
        </p:nvSpPr>
        <p:spPr>
          <a:xfrm>
            <a:off x="6400800" y="530352"/>
            <a:ext cx="2148840" cy="2264459"/>
          </a:xfrm>
          <a:prstGeom prst="rect">
            <a:avLst/>
          </a:prstGeom>
          <a:solidFill>
            <a:srgbClr val="E3EBF5"/>
          </a:solidFill>
          <a:ln w="12700">
            <a:solidFill>
              <a:srgbClr val="A9BCD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fully connected"/>
          <p:cNvSpPr/>
          <p:nvPr/>
        </p:nvSpPr>
        <p:spPr>
          <a:xfrm>
            <a:off x="6675120" y="960120"/>
            <a:ext cx="566928" cy="1645920"/>
          </a:xfrm>
          <a:custGeom>
            <a:avLst/>
            <a:gdLst/>
            <a:ahLst/>
            <a:cxnLst/>
            <a:rect l="l" t="t" r="r" b="b"/>
            <a:pathLst>
              <a:path w="566928" h="1645920">
                <a:moveTo>
                  <a:pt x="0" y="0"/>
                </a:moveTo>
                <a:lnTo>
                  <a:pt x="164592" y="0"/>
                </a:lnTo>
                <a:lnTo>
                  <a:pt x="566928" y="1645920"/>
                </a:lnTo>
                <a:lnTo>
                  <a:pt x="402336" y="1645920"/>
                </a:lnTo>
                <a:close/>
              </a:path>
            </a:pathLst>
          </a:custGeom>
          <a:solidFill>
            <a:srgbClr val="C6DBF2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softmax output"/>
          <p:cNvSpPr/>
          <p:nvPr/>
        </p:nvSpPr>
        <p:spPr>
          <a:xfrm>
            <a:off x="7726680" y="960120"/>
            <a:ext cx="411480" cy="1097280"/>
          </a:xfrm>
          <a:custGeom>
            <a:avLst/>
            <a:gdLst/>
            <a:ahLst/>
            <a:cxnLst/>
            <a:rect l="l" t="t" r="r" b="b"/>
            <a:pathLst>
              <a:path w="411480" h="1097280">
                <a:moveTo>
                  <a:pt x="0" y="0"/>
                </a:moveTo>
                <a:lnTo>
                  <a:pt x="164592" y="0"/>
                </a:lnTo>
                <a:lnTo>
                  <a:pt x="411480" y="1097280"/>
                </a:lnTo>
                <a:lnTo>
                  <a:pt x="246888" y="1097280"/>
                </a:lnTo>
                <a:close/>
              </a:path>
            </a:pathLst>
          </a:custGeom>
          <a:solidFill>
            <a:srgbClr val="D6E2F0"/>
          </a:solidFill>
          <a:ln w="1270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Shape 49"/>
          <p:cNvSpPr/>
          <p:nvPr/>
        </p:nvSpPr>
        <p:spPr>
          <a:xfrm>
            <a:off x="6839712" y="960120"/>
            <a:ext cx="886968" cy="914"/>
          </a:xfrm>
          <a:prstGeom prst="line">
            <a:avLst/>
          </a:prstGeom>
          <a:noFill/>
          <a:ln w="11430">
            <a:solidFill>
              <a:srgbClr val="2634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Shape 50"/>
          <p:cNvSpPr/>
          <p:nvPr/>
        </p:nvSpPr>
        <p:spPr>
          <a:xfrm flipV="1">
            <a:off x="7242048" y="2057400"/>
            <a:ext cx="896112" cy="548640"/>
          </a:xfrm>
          <a:prstGeom prst="line">
            <a:avLst/>
          </a:prstGeom>
          <a:noFill/>
          <a:ln w="11430">
            <a:solidFill>
              <a:srgbClr val="2634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Shape 51"/>
          <p:cNvSpPr/>
          <p:nvPr/>
        </p:nvSpPr>
        <p:spPr>
          <a:xfrm>
            <a:off x="6839712" y="960120"/>
            <a:ext cx="1298448" cy="1097280"/>
          </a:xfrm>
          <a:prstGeom prst="line">
            <a:avLst/>
          </a:prstGeom>
          <a:noFill/>
          <a:ln w="11430">
            <a:solidFill>
              <a:srgbClr val="2634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9" name="Text 52"/>
          <p:cNvSpPr txBox="1"/>
          <p:nvPr/>
        </p:nvSpPr>
        <p:spPr>
          <a:xfrm>
            <a:off x="6537960" y="548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200" dirty="0"/>
          </a:p>
        </p:txBody>
      </p:sp>
      <p:sp>
        <p:nvSpPr>
          <p:cNvPr id="60" name="Text 53"/>
          <p:cNvSpPr txBox="1"/>
          <p:nvPr/>
        </p:nvSpPr>
        <p:spPr>
          <a:xfrm>
            <a:off x="7388352" y="548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SoftMax</a:t>
            </a:r>
          </a:p>
          <a:p>
            <a:pPr marL="0" indent="0" algn="ctr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(38 classes)</a:t>
            </a:r>
          </a:p>
        </p:txBody>
      </p:sp>
      <p:sp>
        <p:nvSpPr>
          <p:cNvPr id="70" name="Text 63"/>
          <p:cNvSpPr txBox="1"/>
          <p:nvPr/>
        </p:nvSpPr>
        <p:spPr>
          <a:xfrm>
            <a:off x="8732520" y="137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Output Labels</a:t>
            </a:r>
            <a:endParaRPr lang="en-US" sz="1600" dirty="0"/>
          </a:p>
        </p:txBody>
      </p:sp>
      <p:sp>
        <p:nvSpPr>
          <p:cNvPr id="71" name="Shape 64"/>
          <p:cNvSpPr/>
          <p:nvPr/>
        </p:nvSpPr>
        <p:spPr>
          <a:xfrm>
            <a:off x="8074152" y="1737360"/>
            <a:ext cx="438912" cy="914"/>
          </a:xfrm>
          <a:prstGeom prst="line">
            <a:avLst/>
          </a:prstGeom>
          <a:noFill/>
          <a:ln w="15875">
            <a:solidFill>
              <a:srgbClr val="4A55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2" name="Shape 65"/>
          <p:cNvSpPr/>
          <p:nvPr/>
        </p:nvSpPr>
        <p:spPr>
          <a:xfrm flipH="1">
            <a:off x="8499718" y="1083564"/>
            <a:ext cx="0" cy="1303934"/>
          </a:xfrm>
          <a:prstGeom prst="line">
            <a:avLst/>
          </a:prstGeom>
          <a:noFill/>
          <a:ln w="15875">
            <a:solidFill>
              <a:srgbClr val="4A55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4" name="Shape 67"/>
          <p:cNvSpPr/>
          <p:nvPr/>
        </p:nvSpPr>
        <p:spPr>
          <a:xfrm>
            <a:off x="8494776" y="1088136"/>
            <a:ext cx="210312" cy="914"/>
          </a:xfrm>
          <a:prstGeom prst="line">
            <a:avLst/>
          </a:prstGeom>
          <a:noFill/>
          <a:ln w="15875">
            <a:solidFill>
              <a:srgbClr val="4A5560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75" name="Shape 68"/>
          <p:cNvSpPr/>
          <p:nvPr/>
        </p:nvSpPr>
        <p:spPr>
          <a:xfrm>
            <a:off x="8494776" y="1737360"/>
            <a:ext cx="210312" cy="914"/>
          </a:xfrm>
          <a:prstGeom prst="line">
            <a:avLst/>
          </a:prstGeom>
          <a:noFill/>
          <a:ln w="15875">
            <a:solidFill>
              <a:srgbClr val="4A5560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77" name="Shape 70"/>
          <p:cNvSpPr/>
          <p:nvPr/>
        </p:nvSpPr>
        <p:spPr>
          <a:xfrm>
            <a:off x="8723376" y="841248"/>
            <a:ext cx="1188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4A5560"/>
            </a:solidFill>
            <a:prstDash val="dash"/>
          </a:ln>
        </p:spPr>
        <p:txBody>
          <a:bodyPr lIns="0" rIns="0" anchor="ctr"/>
          <a:lstStyle/>
          <a:p>
            <a:pPr marL="0" indent="0" algn="ctr">
              <a:buNone/>
            </a:pPr>
            <a:r>
              <a:rPr lang="en-US" sz="1200" dirty="0">
                <a:latin typeface="Calibri"/>
                <a:ea typeface="Calibri"/>
                <a:cs typeface="Calibri"/>
              </a:rPr>
              <a:t>Uncertain</a:t>
            </a:r>
          </a:p>
        </p:txBody>
      </p:sp>
      <p:sp>
        <p:nvSpPr>
          <p:cNvPr id="79" name="Shape 72"/>
          <p:cNvSpPr/>
          <p:nvPr/>
        </p:nvSpPr>
        <p:spPr>
          <a:xfrm>
            <a:off x="8723376" y="1464828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B5402F"/>
          </a:solidFill>
          <a:ln w="12700">
            <a:solidFill>
              <a:srgbClr val="B5402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CA" sz="1200" b="1" dirty="0">
                <a:solidFill>
                  <a:schemeClr val="bg1"/>
                </a:solidFill>
              </a:rPr>
              <a:t>HAB classes</a:t>
            </a:r>
          </a:p>
        </p:txBody>
      </p:sp>
      <p:pic>
        <p:nvPicPr>
          <p:cNvPr id="89" name="Image 3" descr="Skeletonema">
            <a:extLst>
              <a:ext uri="{FF2B5EF4-FFF2-40B4-BE49-F238E27FC236}">
                <a16:creationId xmlns:a16="http://schemas.microsoft.com/office/drawing/2014/main" id="{A20D733D-24A0-4299-A6B4-A7727C3A1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739514">
            <a:off x="510041" y="1413646"/>
            <a:ext cx="1280160" cy="403529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1" name="Image 1" descr="Nodularia">
            <a:extLst>
              <a:ext uri="{FF2B5EF4-FFF2-40B4-BE49-F238E27FC236}">
                <a16:creationId xmlns:a16="http://schemas.microsoft.com/office/drawing/2014/main" id="{6557613D-38DD-6475-6E4F-82840404E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87" y="2093442"/>
            <a:ext cx="1280160" cy="293914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5" name="Image 2" descr="Dinophysis">
            <a:extLst>
              <a:ext uri="{FF2B5EF4-FFF2-40B4-BE49-F238E27FC236}">
                <a16:creationId xmlns:a16="http://schemas.microsoft.com/office/drawing/2014/main" id="{47BAD368-B421-9860-3B22-9E1EA8388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84" y="1563090"/>
            <a:ext cx="593766" cy="457200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7" name="Image 0" descr="Dolichospermum">
            <a:extLst>
              <a:ext uri="{FF2B5EF4-FFF2-40B4-BE49-F238E27FC236}">
                <a16:creationId xmlns:a16="http://schemas.microsoft.com/office/drawing/2014/main" id="{CD15A929-F253-D2EC-56EA-3E07B6DCA6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55" y="1302058"/>
            <a:ext cx="689548" cy="457200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ABBC6AAB-AF56-ABD7-7FD7-9B392B26D4DF}"/>
              </a:ext>
            </a:extLst>
          </p:cNvPr>
          <p:cNvSpPr txBox="1"/>
          <p:nvPr/>
        </p:nvSpPr>
        <p:spPr>
          <a:xfrm>
            <a:off x="2331962" y="14852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sp>
        <p:nvSpPr>
          <p:cNvPr id="104" name="Text 8">
            <a:extLst>
              <a:ext uri="{FF2B5EF4-FFF2-40B4-BE49-F238E27FC236}">
                <a16:creationId xmlns:a16="http://schemas.microsoft.com/office/drawing/2014/main" id="{15ACB772-B2D1-2D0C-9EC1-6B44F14D3667}"/>
              </a:ext>
            </a:extLst>
          </p:cNvPr>
          <p:cNvSpPr txBox="1"/>
          <p:nvPr/>
        </p:nvSpPr>
        <p:spPr>
          <a:xfrm>
            <a:off x="91439" y="2492710"/>
            <a:ext cx="1367905" cy="35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IFCB </a:t>
            </a: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mages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Shape 43">
            <a:extLst>
              <a:ext uri="{FF2B5EF4-FFF2-40B4-BE49-F238E27FC236}">
                <a16:creationId xmlns:a16="http://schemas.microsoft.com/office/drawing/2014/main" id="{23EADA0A-265D-B08D-258F-49F837DFF8D0}"/>
              </a:ext>
            </a:extLst>
          </p:cNvPr>
          <p:cNvSpPr/>
          <p:nvPr/>
        </p:nvSpPr>
        <p:spPr>
          <a:xfrm>
            <a:off x="8494776" y="2386584"/>
            <a:ext cx="210312" cy="914"/>
          </a:xfrm>
          <a:prstGeom prst="line">
            <a:avLst/>
          </a:prstGeom>
          <a:noFill/>
          <a:ln w="15875">
            <a:solidFill>
              <a:srgbClr val="4A5560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96" name="Shape 50">
            <a:extLst>
              <a:ext uri="{FF2B5EF4-FFF2-40B4-BE49-F238E27FC236}">
                <a16:creationId xmlns:a16="http://schemas.microsoft.com/office/drawing/2014/main" id="{C756426E-F2C3-DEF9-180D-D6E75DEEE3C7}"/>
              </a:ext>
            </a:extLst>
          </p:cNvPr>
          <p:cNvSpPr/>
          <p:nvPr/>
        </p:nvSpPr>
        <p:spPr>
          <a:xfrm>
            <a:off x="8723376" y="2112264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3C6E9E"/>
          </a:solidFill>
          <a:ln w="12700">
            <a:solidFill>
              <a:srgbClr val="3C6E9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CA" sz="1200" b="1" dirty="0">
                <a:solidFill>
                  <a:schemeClr val="bg1"/>
                </a:solidFill>
              </a:rPr>
              <a:t>Non-HAB classes</a:t>
            </a:r>
          </a:p>
        </p:txBody>
      </p:sp>
      <p:sp>
        <p:nvSpPr>
          <p:cNvPr id="203" name="Size feature path"/>
          <p:cNvSpPr/>
          <p:nvPr/>
        </p:nvSpPr>
        <p:spPr>
          <a:xfrm>
            <a:off x="768096" y="2633472"/>
            <a:ext cx="6199632" cy="419199"/>
          </a:xfrm>
          <a:custGeom>
            <a:avLst/>
            <a:gdLst/>
            <a:ahLst/>
            <a:cxnLst/>
            <a:rect l="0" t="0" r="r" b="b"/>
            <a:pathLst>
              <a:path w="6199632" h="676656" fill="none">
                <a:moveTo>
                  <a:pt x="0" y="228600"/>
                </a:moveTo>
                <a:lnTo>
                  <a:pt x="0" y="676656"/>
                </a:lnTo>
                <a:lnTo>
                  <a:pt x="6199632" y="676656"/>
                </a:lnTo>
                <a:lnTo>
                  <a:pt x="6199632" y="0"/>
                </a:lnTo>
              </a:path>
            </a:pathLst>
          </a:custGeom>
          <a:noFill/>
          <a:ln w="12700">
            <a:solidFill>
              <a:srgbClr val="4A5560"/>
            </a:solidFill>
            <a:prstDash val="dash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ize feature label"/>
          <p:cNvSpPr txBox="1"/>
          <p:nvPr/>
        </p:nvSpPr>
        <p:spPr>
          <a:xfrm>
            <a:off x="1459344" y="3023411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latin typeface="Calibri"/>
                <a:ea typeface="Calibri"/>
                <a:cs typeface="Calibri"/>
              </a:rPr>
              <a:t>original width, height, and aspect ratio → joined with CNN features</a:t>
            </a:r>
          </a:p>
        </p:txBody>
      </p:sp>
      <p:sp>
        <p:nvSpPr>
          <p:cNvPr id="401" name="Legend Conv + BN + ReLU"/>
          <p:cNvSpPr/>
          <p:nvPr/>
        </p:nvSpPr>
        <p:spPr>
          <a:xfrm>
            <a:off x="3488436" y="692197"/>
            <a:ext cx="109728" cy="109728"/>
          </a:xfrm>
          <a:prstGeom prst="cube">
            <a:avLst>
              <a:gd name="adj" fmla="val 35000"/>
            </a:avLst>
          </a:prstGeom>
          <a:solidFill>
            <a:srgbClr val="D9D9F7"/>
          </a:solidFill>
          <a:ln w="9525">
            <a:solidFill>
              <a:srgbClr val="6A6A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2" name="Label Conv + BN + ReLU"/>
          <p:cNvSpPr txBox="1"/>
          <p:nvPr/>
        </p:nvSpPr>
        <p:spPr>
          <a:xfrm>
            <a:off x="3625596" y="655621"/>
            <a:ext cx="73152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800" dirty="0">
                <a:solidFill>
                  <a:srgbClr val="26343B"/>
                </a:solidFill>
                <a:latin typeface="Calibri"/>
                <a:ea typeface="Calibri"/>
                <a:cs typeface="Calibri"/>
              </a:rPr>
              <a:t>Conv + BN + ReLU</a:t>
            </a:r>
          </a:p>
        </p:txBody>
      </p:sp>
      <p:sp>
        <p:nvSpPr>
          <p:cNvPr id="403" name="Legend Pooling"/>
          <p:cNvSpPr/>
          <p:nvPr/>
        </p:nvSpPr>
        <p:spPr>
          <a:xfrm>
            <a:off x="4402836" y="692197"/>
            <a:ext cx="109728" cy="109728"/>
          </a:xfrm>
          <a:prstGeom prst="cube">
            <a:avLst>
              <a:gd name="adj" fmla="val 35000"/>
            </a:avLst>
          </a:prstGeom>
          <a:solidFill>
            <a:srgbClr val="F6CFCF"/>
          </a:solidFill>
          <a:ln w="9525">
            <a:solidFill>
              <a:srgbClr val="D260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4" name="Label Pooling"/>
          <p:cNvSpPr txBox="1"/>
          <p:nvPr/>
        </p:nvSpPr>
        <p:spPr>
          <a:xfrm>
            <a:off x="4539996" y="655621"/>
            <a:ext cx="347472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800" dirty="0">
                <a:solidFill>
                  <a:srgbClr val="26343B"/>
                </a:solidFill>
                <a:latin typeface="Calibri"/>
                <a:ea typeface="Calibri"/>
                <a:cs typeface="Calibri"/>
              </a:rPr>
              <a:t>Pooling</a:t>
            </a:r>
          </a:p>
        </p:txBody>
      </p:sp>
      <p:sp>
        <p:nvSpPr>
          <p:cNvPr id="405" name="Legend Conv block"/>
          <p:cNvSpPr/>
          <p:nvPr/>
        </p:nvSpPr>
        <p:spPr>
          <a:xfrm>
            <a:off x="4933188" y="692197"/>
            <a:ext cx="109728" cy="109728"/>
          </a:xfrm>
          <a:prstGeom prst="cube">
            <a:avLst>
              <a:gd name="adj" fmla="val 35000"/>
            </a:avLst>
          </a:prstGeom>
          <a:solidFill>
            <a:srgbClr val="FAE0B4"/>
          </a:solidFill>
          <a:ln w="9525">
            <a:solidFill>
              <a:srgbClr val="D99A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6" name="Label Conv block"/>
          <p:cNvSpPr txBox="1"/>
          <p:nvPr/>
        </p:nvSpPr>
        <p:spPr>
          <a:xfrm>
            <a:off x="5070348" y="655621"/>
            <a:ext cx="475488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800" dirty="0">
                <a:solidFill>
                  <a:srgbClr val="26343B"/>
                </a:solidFill>
                <a:latin typeface="Calibri"/>
                <a:ea typeface="Calibri"/>
                <a:cs typeface="Calibri"/>
              </a:rPr>
              <a:t>Conv block</a:t>
            </a:r>
          </a:p>
        </p:txBody>
      </p:sp>
      <p:sp>
        <p:nvSpPr>
          <p:cNvPr id="407" name="Legend ID block"/>
          <p:cNvSpPr/>
          <p:nvPr/>
        </p:nvSpPr>
        <p:spPr>
          <a:xfrm>
            <a:off x="5591556" y="692197"/>
            <a:ext cx="109728" cy="109728"/>
          </a:xfrm>
          <a:prstGeom prst="cube">
            <a:avLst>
              <a:gd name="adj" fmla="val 35000"/>
            </a:avLst>
          </a:prstGeom>
          <a:solidFill>
            <a:srgbClr val="C4EEDF"/>
          </a:solidFill>
          <a:ln w="9525">
            <a:solidFill>
              <a:srgbClr val="2E9E7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8" name="Label ID block"/>
          <p:cNvSpPr txBox="1"/>
          <p:nvPr/>
        </p:nvSpPr>
        <p:spPr>
          <a:xfrm>
            <a:off x="5728716" y="655621"/>
            <a:ext cx="384048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800" dirty="0">
                <a:solidFill>
                  <a:srgbClr val="26343B"/>
                </a:solidFill>
                <a:latin typeface="Calibri"/>
                <a:ea typeface="Calibri"/>
                <a:cs typeface="Calibri"/>
              </a:rPr>
              <a:t>ID block</a:t>
            </a:r>
          </a:p>
        </p:txBody>
      </p:sp>
      <p:sp>
        <p:nvSpPr>
          <p:cNvPr id="501" name="Arrow preprocess to stage 1"/>
          <p:cNvSpPr/>
          <p:nvPr/>
        </p:nvSpPr>
        <p:spPr>
          <a:xfrm>
            <a:off x="2944368" y="1682496"/>
            <a:ext cx="274320" cy="0"/>
          </a:xfrm>
          <a:prstGeom prst="line">
            <a:avLst/>
          </a:prstGeom>
          <a:noFill/>
          <a:ln w="15875">
            <a:solidFill>
              <a:srgbClr val="4A5560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Stage 1 conv"/>
          <p:cNvSpPr/>
          <p:nvPr/>
        </p:nvSpPr>
        <p:spPr>
          <a:xfrm>
            <a:off x="3236976" y="1037844"/>
            <a:ext cx="201168" cy="1316736"/>
          </a:xfrm>
          <a:prstGeom prst="cube">
            <a:avLst>
              <a:gd name="adj" fmla="val 30000"/>
            </a:avLst>
          </a:prstGeom>
          <a:solidFill>
            <a:srgbClr val="D9D9F7"/>
          </a:solidFill>
          <a:ln w="12700">
            <a:solidFill>
              <a:srgbClr val="6A6ACF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80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3" name="Stage 1 max pool"/>
          <p:cNvSpPr/>
          <p:nvPr/>
        </p:nvSpPr>
        <p:spPr>
          <a:xfrm>
            <a:off x="3438144" y="1161288"/>
            <a:ext cx="201168" cy="1042416"/>
          </a:xfrm>
          <a:prstGeom prst="cube">
            <a:avLst>
              <a:gd name="adj" fmla="val 30000"/>
            </a:avLst>
          </a:prstGeom>
          <a:solidFill>
            <a:srgbClr val="F6CFCF"/>
          </a:solidFill>
          <a:ln w="12700">
            <a:solidFill>
              <a:srgbClr val="D2605A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80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4" name="Label Stage 1"/>
          <p:cNvSpPr txBox="1"/>
          <p:nvPr/>
        </p:nvSpPr>
        <p:spPr>
          <a:xfrm>
            <a:off x="3232404" y="2455163"/>
            <a:ext cx="402336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26343B"/>
                </a:solidFill>
                <a:latin typeface="Calibri"/>
                <a:ea typeface="Calibri"/>
                <a:cs typeface="Calibri"/>
              </a:rPr>
              <a:t>Stage 1</a:t>
            </a:r>
          </a:p>
        </p:txBody>
      </p:sp>
      <p:sp>
        <p:nvSpPr>
          <p:cNvPr id="505" name="Arrow to stage 2"/>
          <p:cNvSpPr/>
          <p:nvPr/>
        </p:nvSpPr>
        <p:spPr>
          <a:xfrm>
            <a:off x="3634740" y="1682496"/>
            <a:ext cx="82296" cy="0"/>
          </a:xfrm>
          <a:prstGeom prst="line">
            <a:avLst/>
          </a:prstGeom>
          <a:noFill/>
          <a:ln w="15875">
            <a:solidFill>
              <a:srgbClr val="4A5560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06" name="Stage 2 conv block"/>
          <p:cNvSpPr/>
          <p:nvPr/>
        </p:nvSpPr>
        <p:spPr>
          <a:xfrm>
            <a:off x="3726180" y="1179576"/>
            <a:ext cx="201168" cy="1005840"/>
          </a:xfrm>
          <a:prstGeom prst="cube">
            <a:avLst>
              <a:gd name="adj" fmla="val 30000"/>
            </a:avLst>
          </a:prstGeom>
          <a:solidFill>
            <a:srgbClr val="FAE0B4"/>
          </a:solidFill>
          <a:ln w="12700">
            <a:solidFill>
              <a:srgbClr val="D99A2B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80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7" name="Stage 2 ID block"/>
          <p:cNvSpPr/>
          <p:nvPr/>
        </p:nvSpPr>
        <p:spPr>
          <a:xfrm>
            <a:off x="3927348" y="1179576"/>
            <a:ext cx="201168" cy="1005840"/>
          </a:xfrm>
          <a:prstGeom prst="cube">
            <a:avLst>
              <a:gd name="adj" fmla="val 30000"/>
            </a:avLst>
          </a:prstGeom>
          <a:solidFill>
            <a:srgbClr val="C4EEDF"/>
          </a:solidFill>
          <a:ln w="12700">
            <a:solidFill>
              <a:srgbClr val="2E9E7E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80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8" name="Label Stage 2"/>
          <p:cNvSpPr txBox="1"/>
          <p:nvPr/>
        </p:nvSpPr>
        <p:spPr>
          <a:xfrm>
            <a:off x="3721608" y="2455163"/>
            <a:ext cx="402336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26343B"/>
                </a:solidFill>
                <a:latin typeface="Calibri"/>
                <a:ea typeface="Calibri"/>
                <a:cs typeface="Calibri"/>
              </a:rPr>
              <a:t>Stage 2</a:t>
            </a:r>
          </a:p>
        </p:txBody>
      </p:sp>
      <p:sp>
        <p:nvSpPr>
          <p:cNvPr id="509" name="Arrow to stage 3"/>
          <p:cNvSpPr/>
          <p:nvPr/>
        </p:nvSpPr>
        <p:spPr>
          <a:xfrm>
            <a:off x="4123944" y="1682496"/>
            <a:ext cx="82296" cy="0"/>
          </a:xfrm>
          <a:prstGeom prst="line">
            <a:avLst/>
          </a:prstGeom>
          <a:noFill/>
          <a:ln w="15875">
            <a:solidFill>
              <a:srgbClr val="4A5560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0" name="Stage 3 conv block"/>
          <p:cNvSpPr/>
          <p:nvPr/>
        </p:nvSpPr>
        <p:spPr>
          <a:xfrm>
            <a:off x="4215384" y="1252728"/>
            <a:ext cx="228600" cy="859536"/>
          </a:xfrm>
          <a:prstGeom prst="cube">
            <a:avLst>
              <a:gd name="adj" fmla="val 30000"/>
            </a:avLst>
          </a:prstGeom>
          <a:solidFill>
            <a:srgbClr val="FAE0B4"/>
          </a:solidFill>
          <a:ln w="12700">
            <a:solidFill>
              <a:srgbClr val="D99A2B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80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1" name="Stage 3 ID block"/>
          <p:cNvSpPr/>
          <p:nvPr/>
        </p:nvSpPr>
        <p:spPr>
          <a:xfrm>
            <a:off x="4443984" y="1252728"/>
            <a:ext cx="228600" cy="859536"/>
          </a:xfrm>
          <a:prstGeom prst="cube">
            <a:avLst>
              <a:gd name="adj" fmla="val 30000"/>
            </a:avLst>
          </a:prstGeom>
          <a:solidFill>
            <a:srgbClr val="C4EEDF"/>
          </a:solidFill>
          <a:ln w="12700">
            <a:solidFill>
              <a:srgbClr val="2E9E7E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80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2" name="Label Stage 3"/>
          <p:cNvSpPr txBox="1"/>
          <p:nvPr/>
        </p:nvSpPr>
        <p:spPr>
          <a:xfrm>
            <a:off x="4210812" y="2455163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26343B"/>
                </a:solidFill>
                <a:latin typeface="Calibri"/>
                <a:ea typeface="Calibri"/>
                <a:cs typeface="Calibri"/>
              </a:rPr>
              <a:t>Stage 3</a:t>
            </a:r>
          </a:p>
        </p:txBody>
      </p:sp>
      <p:sp>
        <p:nvSpPr>
          <p:cNvPr id="513" name="Arrow to stage 4"/>
          <p:cNvSpPr/>
          <p:nvPr/>
        </p:nvSpPr>
        <p:spPr>
          <a:xfrm>
            <a:off x="4668012" y="1682496"/>
            <a:ext cx="82296" cy="0"/>
          </a:xfrm>
          <a:prstGeom prst="line">
            <a:avLst/>
          </a:prstGeom>
          <a:noFill/>
          <a:ln w="15875">
            <a:solidFill>
              <a:srgbClr val="4A5560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4" name="Stage 4 conv block"/>
          <p:cNvSpPr/>
          <p:nvPr/>
        </p:nvSpPr>
        <p:spPr>
          <a:xfrm>
            <a:off x="4759452" y="1316736"/>
            <a:ext cx="256032" cy="731520"/>
          </a:xfrm>
          <a:prstGeom prst="cube">
            <a:avLst>
              <a:gd name="adj" fmla="val 30000"/>
            </a:avLst>
          </a:prstGeom>
          <a:solidFill>
            <a:srgbClr val="FAE0B4"/>
          </a:solidFill>
          <a:ln w="12700">
            <a:solidFill>
              <a:srgbClr val="D99A2B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75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5" name="Stage 4 ID block"/>
          <p:cNvSpPr/>
          <p:nvPr/>
        </p:nvSpPr>
        <p:spPr>
          <a:xfrm>
            <a:off x="5015484" y="1316736"/>
            <a:ext cx="256032" cy="731520"/>
          </a:xfrm>
          <a:prstGeom prst="cube">
            <a:avLst>
              <a:gd name="adj" fmla="val 30000"/>
            </a:avLst>
          </a:prstGeom>
          <a:solidFill>
            <a:srgbClr val="C4EEDF"/>
          </a:solidFill>
          <a:ln w="12700">
            <a:solidFill>
              <a:srgbClr val="2E9E7E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75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6" name="Label Stage 4"/>
          <p:cNvSpPr txBox="1"/>
          <p:nvPr/>
        </p:nvSpPr>
        <p:spPr>
          <a:xfrm>
            <a:off x="4754880" y="2455163"/>
            <a:ext cx="512064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26343B"/>
                </a:solidFill>
                <a:latin typeface="Calibri"/>
                <a:ea typeface="Calibri"/>
                <a:cs typeface="Calibri"/>
              </a:rPr>
              <a:t>Stage 4</a:t>
            </a:r>
          </a:p>
        </p:txBody>
      </p:sp>
      <p:sp>
        <p:nvSpPr>
          <p:cNvPr id="517" name="Arrow to stage 5"/>
          <p:cNvSpPr/>
          <p:nvPr/>
        </p:nvSpPr>
        <p:spPr>
          <a:xfrm>
            <a:off x="5266944" y="1682496"/>
            <a:ext cx="82296" cy="0"/>
          </a:xfrm>
          <a:prstGeom prst="line">
            <a:avLst/>
          </a:prstGeom>
          <a:noFill/>
          <a:ln w="15875">
            <a:solidFill>
              <a:srgbClr val="4A5560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8" name="Stage 5 conv block"/>
          <p:cNvSpPr/>
          <p:nvPr/>
        </p:nvSpPr>
        <p:spPr>
          <a:xfrm>
            <a:off x="5358384" y="1371600"/>
            <a:ext cx="283464" cy="621792"/>
          </a:xfrm>
          <a:prstGeom prst="cube">
            <a:avLst>
              <a:gd name="adj" fmla="val 30000"/>
            </a:avLst>
          </a:prstGeom>
          <a:solidFill>
            <a:srgbClr val="FAE0B4"/>
          </a:solidFill>
          <a:ln w="12700">
            <a:solidFill>
              <a:srgbClr val="D99A2B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70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9" name="Stage 5 ID block"/>
          <p:cNvSpPr/>
          <p:nvPr/>
        </p:nvSpPr>
        <p:spPr>
          <a:xfrm>
            <a:off x="5641848" y="1371600"/>
            <a:ext cx="283464" cy="621792"/>
          </a:xfrm>
          <a:prstGeom prst="cube">
            <a:avLst>
              <a:gd name="adj" fmla="val 30000"/>
            </a:avLst>
          </a:prstGeom>
          <a:solidFill>
            <a:srgbClr val="C4EEDF"/>
          </a:solidFill>
          <a:ln w="12700">
            <a:solidFill>
              <a:srgbClr val="2E9E7E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70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0" name="Label Stage 5"/>
          <p:cNvSpPr txBox="1"/>
          <p:nvPr/>
        </p:nvSpPr>
        <p:spPr>
          <a:xfrm>
            <a:off x="5353812" y="2455163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26343B"/>
                </a:solidFill>
                <a:latin typeface="Calibri"/>
                <a:ea typeface="Calibri"/>
                <a:cs typeface="Calibri"/>
              </a:rPr>
              <a:t>Stage 5</a:t>
            </a:r>
          </a:p>
        </p:txBody>
      </p:sp>
      <p:sp>
        <p:nvSpPr>
          <p:cNvPr id="521" name="Arrow to avg pool"/>
          <p:cNvSpPr/>
          <p:nvPr/>
        </p:nvSpPr>
        <p:spPr>
          <a:xfrm>
            <a:off x="5920740" y="1682496"/>
            <a:ext cx="82296" cy="0"/>
          </a:xfrm>
          <a:prstGeom prst="line">
            <a:avLst/>
          </a:prstGeom>
          <a:noFill/>
          <a:ln w="15875">
            <a:solidFill>
              <a:srgbClr val="4A5560"/>
            </a:solidFill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2" name="Global average pooling"/>
          <p:cNvSpPr/>
          <p:nvPr/>
        </p:nvSpPr>
        <p:spPr>
          <a:xfrm>
            <a:off x="6012180" y="1426464"/>
            <a:ext cx="182880" cy="512064"/>
          </a:xfrm>
          <a:prstGeom prst="cube">
            <a:avLst>
              <a:gd name="adj" fmla="val 30000"/>
            </a:avLst>
          </a:prstGeom>
          <a:solidFill>
            <a:srgbClr val="F6CFCF"/>
          </a:solidFill>
          <a:ln w="12700">
            <a:solidFill>
              <a:srgbClr val="D2605A"/>
            </a:solidFill>
          </a:ln>
        </p:spPr>
        <p:txBody>
          <a:bodyPr vert="vert270" wrap="none" lIns="0" tIns="0" rIns="0" bIns="0" anchor="ctr" anchorCtr="0"/>
          <a:lstStyle/>
          <a:p>
            <a:pPr algn="ctr"/>
            <a:endParaRPr lang="en-US" sz="650" dirty="0">
              <a:solidFill>
                <a:srgbClr val="263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3" name="Arrow features to FC"/>
          <p:cNvSpPr/>
          <p:nvPr/>
        </p:nvSpPr>
        <p:spPr>
          <a:xfrm>
            <a:off x="6195060" y="1682496"/>
            <a:ext cx="571500" cy="0"/>
          </a:xfrm>
          <a:prstGeom prst="line">
            <a:avLst/>
          </a:prstGeom>
          <a:noFill/>
          <a:ln w="15875">
            <a:solidFill>
              <a:srgbClr val="4A5560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68</Words>
  <Application>Microsoft Office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APS360 proposal figure</dc:title>
  <dc:subject>PptxGenJS Presentation</dc:subject>
  <dc:creator>Emily (Jiarui) Hu</dc:creator>
  <cp:lastModifiedBy>Emily Hu</cp:lastModifiedBy>
  <cp:revision>7</cp:revision>
  <dcterms:created xsi:type="dcterms:W3CDTF">2026-10-11T05:01:42Z</dcterms:created>
  <dcterms:modified xsi:type="dcterms:W3CDTF">2026-10-12T19:56:14Z</dcterms:modified>
</cp:coreProperties>
</file>